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9e55dd286b69a9284733d721ecc88fbf5c30fbd2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365760"/>
            <a:ext cx="8229600" cy="792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Analysis: separating stress from effort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194816"/>
            <a:ext cx="8229600" cy="4876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0A3A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Wearable data from nurses, aligned and cleaned so movement does not masquerade as stress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6461760"/>
            <a:ext cx="7315200" cy="304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Objective Biomarkers of Nurse Stress  |  Sanius Health Analytics Assessment  |  Sariya Patel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8229600" y="6461760"/>
            <a:ext cx="457200" cy="304800"/>
          </a:xfr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1950720"/>
            <a:ext cx="2560320" cy="1402080"/>
          </a:xfrm>
          <a:solidFill>
            <a:srgbClr val="E8F6F6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0A3A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15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nurses (Empatica E4 sensors)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291840" y="1950720"/>
            <a:ext cx="2560320" cy="1402080"/>
          </a:xfrm>
          <a:solidFill>
            <a:srgbClr val="E8F6F6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0A3A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1,250+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hours of physiological data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6126480" y="1950720"/>
            <a:ext cx="2560320" cy="1402080"/>
          </a:xfrm>
          <a:solidFill>
            <a:srgbClr val="E8F6F6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0A3A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5 &gt; 1 Hz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sensor streams on one timeline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57200" y="3718560"/>
            <a:ext cx="1920240" cy="2194560"/>
          </a:xfrm>
          <a:solidFill>
            <a:srgbClr val="F3F5F7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594360" y="3901440"/>
            <a:ext cx="384048" cy="512064"/>
          </a:xfrm>
          <a:solidFill>
            <a:srgbClr val="00A3A3">
              <a:alpha val="10000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1051560" y="3901440"/>
            <a:ext cx="1280160" cy="5120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Align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594360" y="4535424"/>
            <a:ext cx="1645920" cy="13411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Down-sampled 32-64 Hz sensor streams to a common 1 Hz timeline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2560320" y="3718560"/>
            <a:ext cx="1920240" cy="2194560"/>
          </a:xfrm>
          <a:solidFill>
            <a:srgbClr val="F3F5F7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2697480" y="3901440"/>
            <a:ext cx="384048" cy="512064"/>
          </a:xfrm>
          <a:solidFill>
            <a:srgbClr val="00A3A3">
              <a:alpha val="10000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3154680" y="3901440"/>
            <a:ext cx="1280160" cy="5120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Smooth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2697480" y="4535424"/>
            <a:ext cx="1645920" cy="13411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60-second rolling averages to keep sustained arousal, drop brief spikes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4663440" y="3718560"/>
            <a:ext cx="1920240" cy="2194560"/>
          </a:xfrm>
          <a:solidFill>
            <a:srgbClr val="F3F5F7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</a:t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4800600" y="3901440"/>
            <a:ext cx="384048" cy="512064"/>
          </a:xfrm>
          <a:solidFill>
            <a:srgbClr val="00A3A3">
              <a:alpha val="10000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3</a:t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5257800" y="3901440"/>
            <a:ext cx="1280160" cy="5120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Track motion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4800600" y="4535424"/>
            <a:ext cx="1645920" cy="13411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Accelerometer data separates physical exertion from stress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6766560" y="3718560"/>
            <a:ext cx="1920240" cy="2194560"/>
          </a:xfrm>
          <a:solidFill>
            <a:srgbClr val="F3F5F7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</a:t>
            </a:r>
          </a:p>
        </p:txBody>
      </p:sp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6903720" y="3901440"/>
            <a:ext cx="384048" cy="512064"/>
          </a:xfrm>
          <a:solidFill>
            <a:srgbClr val="00A3A3">
              <a:alpha val="10000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4</a:t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7360920" y="3901440"/>
            <a:ext cx="1280160" cy="5120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Model</a:t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6903720" y="4535424"/>
            <a:ext cx="1645920" cy="13411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Mixed-effects model with a baseline for each nurse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365760"/>
            <a:ext cx="8229600" cy="792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Findings: what the data show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194816"/>
            <a:ext cx="8229600" cy="4876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0A3A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Stress alerts should be motion-aware and personalised to each nurse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6461760"/>
            <a:ext cx="7315200" cy="304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Objective Biomarkers of Nurse Stress  |  Sanius Health Analytics Assessment  |  Sariya Patel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8229600" y="6461760"/>
            <a:ext cx="457200" cy="304800"/>
          </a:xfr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889760"/>
            <a:ext cx="3886200" cy="4145280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457200" y="6071616"/>
            <a:ext cx="3886200" cy="304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Spearman correlations between physiological signals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4663440" y="1889760"/>
            <a:ext cx="4023360" cy="1219200"/>
          </a:xfrm>
          <a:solidFill>
            <a:srgbClr val="E8F6F6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773168" y="2036064"/>
            <a:ext cx="384048" cy="512064"/>
          </a:xfrm>
          <a:solidFill>
            <a:srgbClr val="00A3A3">
              <a:alpha val="10000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5257800" y="1962912"/>
            <a:ext cx="3337560" cy="10972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EDA is the strongest stress signal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Skin conductance tracked heart-rate rises, even after adjusting for movement.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4663440" y="3267456"/>
            <a:ext cx="4023360" cy="1219200"/>
          </a:xfrm>
          <a:solidFill>
            <a:srgbClr val="E8F6F6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4773168" y="3413760"/>
            <a:ext cx="384048" cy="512064"/>
          </a:xfrm>
          <a:solidFill>
            <a:srgbClr val="00A3A3">
              <a:alpha val="10000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5257800" y="3340608"/>
            <a:ext cx="3337560" cy="10972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Movement can mimic stress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Without accelerometer data, physical effort looks like psychological arousal.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4663440" y="4645152"/>
            <a:ext cx="4023360" cy="1219200"/>
          </a:xfrm>
          <a:solidFill>
            <a:srgbClr val="E8F6F6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4773168" y="4791456"/>
            <a:ext cx="384048" cy="512064"/>
          </a:xfrm>
          <a:solidFill>
            <a:srgbClr val="00A3A3">
              <a:alpha val="10000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3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5257800" y="4718304"/>
            <a:ext cx="3337560" cy="10972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No single threshold fits everyone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Baselines differ widely between nurses, so alerts need to be personalised.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365760"/>
            <a:ext cx="8229600" cy="792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Limitations and next steps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194816"/>
            <a:ext cx="8229600" cy="4876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0A3A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Promising signal, but not yet ready for clinical use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6461760"/>
            <a:ext cx="7315200" cy="3048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Objective Biomarkers of Nurse Stress  |  Sanius Health Analytics Assessment  |  Sariya Patel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8229600" y="6461760"/>
            <a:ext cx="457200" cy="304800"/>
          </a:xfr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3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1950720"/>
            <a:ext cx="4023360" cy="3535680"/>
          </a:xfrm>
          <a:solidFill>
            <a:srgbClr val="E8F6F6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Limitations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cap="none" sz="14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Data gaps: </a:t>
            </a: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sensors detach during intense patient care.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cap="none" sz="14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Time dependence: </a:t>
            </a: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repeated readings over time are not fully modelled; auto-regressive terms are needed.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cap="none" sz="14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Small cohort: </a:t>
            </a: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15 nurses limits how far results generalise.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4663440" y="1950720"/>
            <a:ext cx="4023360" cy="3535680"/>
          </a:xfrm>
          <a:solidFill>
            <a:srgbClr val="F3F5F7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Next steps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cap="none" sz="14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Supervised models: </a:t>
            </a: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combine self-reported stress labels with time-aligned signal windows.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cap="none" sz="14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Real-time alerts: </a:t>
            </a: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test alerts built on personalised, rolling baselines.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cap="none" sz="1400" i="0" b="1" u="none" strike="noStrike">
                <a:solidFill>
                  <a:srgbClr val="1F2D3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Validation: </a:t>
            </a:r>
            <a:r>
              <a:rPr cap="none" sz="1400" i="0" b="0" u="none" strike="noStrike">
                <a:solidFill>
                  <a:srgbClr val="5B677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repeat in a larger, multi-site cohort.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2026-10-08T12:32:22Z</dcterms:modified>
  <cp:category/>
</cp:coreProperties>
</file>